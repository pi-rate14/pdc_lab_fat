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9" r:id="rId3"/>
    <p:sldId id="258" r:id="rId4"/>
    <p:sldId id="273" r:id="rId5"/>
    <p:sldId id="257" r:id="rId6"/>
    <p:sldId id="270" r:id="rId7"/>
    <p:sldId id="272" r:id="rId8"/>
    <p:sldId id="271" r:id="rId9"/>
    <p:sldId id="264" r:id="rId10"/>
    <p:sldId id="265" r:id="rId11"/>
    <p:sldId id="266" r:id="rId12"/>
    <p:sldId id="259" r:id="rId13"/>
    <p:sldId id="260" r:id="rId14"/>
    <p:sldId id="262" r:id="rId15"/>
    <p:sldId id="263" r:id="rId16"/>
    <p:sldId id="267" r:id="rId17"/>
    <p:sldId id="261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5" d="100"/>
          <a:sy n="75" d="100"/>
        </p:scale>
        <p:origin x="12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432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602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10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3965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391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48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93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313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115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336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280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49C60-5A54-4986-B921-A3E30F490419}" type="datetimeFigureOut">
              <a:rPr lang="en-IN" smtClean="0"/>
              <a:t>22-01-2022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FE5F6-B41A-4DC8-80C2-E2B1F2197F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344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40923"/>
            <a:ext cx="7772400" cy="126903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Loop work sharing </a:t>
            </a:r>
            <a:r>
              <a:rPr lang="en-US" sz="4000" b="1" dirty="0" smtClean="0">
                <a:latin typeface="+mn-lt"/>
              </a:rPr>
              <a:t>construct &amp; </a:t>
            </a:r>
            <a:r>
              <a:rPr lang="en-US" sz="4000" b="1" dirty="0">
                <a:latin typeface="+mn-lt"/>
              </a:rPr>
              <a:t>Scheduling clauses </a:t>
            </a:r>
            <a:endParaRPr lang="en-IN" sz="4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4302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8544"/>
          <a:stretch/>
        </p:blipFill>
        <p:spPr>
          <a:xfrm>
            <a:off x="0" y="0"/>
            <a:ext cx="9144000" cy="627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5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74" y="248253"/>
            <a:ext cx="7917490" cy="526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41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Lecture 03: Programming with OpenMP - ppt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292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25" y="504958"/>
            <a:ext cx="8949550" cy="601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366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400"/>
          <a:stretch/>
        </p:blipFill>
        <p:spPr>
          <a:xfrm>
            <a:off x="0" y="365126"/>
            <a:ext cx="9144000" cy="636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38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464" t="10858" r="14225" b="4219"/>
          <a:stretch/>
        </p:blipFill>
        <p:spPr>
          <a:xfrm>
            <a:off x="0" y="-154547"/>
            <a:ext cx="9315186" cy="677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5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4218"/>
          <a:stretch/>
        </p:blipFill>
        <p:spPr>
          <a:xfrm>
            <a:off x="0" y="365126"/>
            <a:ext cx="9144000" cy="589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34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3662" t="2591" r="13240" b="3217"/>
          <a:stretch/>
        </p:blipFill>
        <p:spPr>
          <a:xfrm>
            <a:off x="-115910" y="0"/>
            <a:ext cx="9332901" cy="676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0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6901" r="14225"/>
          <a:stretch/>
        </p:blipFill>
        <p:spPr>
          <a:xfrm>
            <a:off x="0" y="-1"/>
            <a:ext cx="9051795" cy="6452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9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46" y="378005"/>
            <a:ext cx="9071154" cy="591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88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43669"/>
            <a:ext cx="8191500" cy="3857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4001294"/>
            <a:ext cx="8077200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63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75"/>
            <a:ext cx="9036345" cy="6565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212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28650" y="1675300"/>
            <a:ext cx="8023537" cy="2381379"/>
          </a:xfrm>
          <a:prstGeom prst="rect">
            <a:avLst/>
          </a:prstGeom>
          <a:solidFill>
            <a:srgbClr val="EE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3330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Static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The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Arial Unicode MS" panose="020B0604020202020204" pitchFamily="34" charset="-128"/>
              </a:rPr>
              <a:t>schedule(static, chunk-size)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 clause of the loop construct specifies that the for loop has the static scheduling type.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OpenMP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 divides the iterations into chunks of size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Arial Unicode MS" panose="020B0604020202020204" pitchFamily="34" charset="-128"/>
              </a:rPr>
              <a:t>chunk-size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 and it distributes the chunks to threads in a circular order.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When no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Arial Unicode MS" panose="020B0604020202020204" pitchFamily="34" charset="-128"/>
              </a:rPr>
              <a:t>chunk-size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 is specified,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OpenMP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 divides iterations into chunks that are approximately equal in size and it distributes at most one chunk to each thread.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4191615"/>
            <a:ext cx="8119389" cy="198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815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37882" y="1494388"/>
            <a:ext cx="8203842" cy="2442934"/>
          </a:xfrm>
          <a:prstGeom prst="rect">
            <a:avLst/>
          </a:prstGeom>
          <a:solidFill>
            <a:srgbClr val="EEEE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3330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Dynamic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The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Arial Unicode MS" panose="020B0604020202020204" pitchFamily="34" charset="-128"/>
              </a:rPr>
              <a:t>schedule(dynamic, chunk-size)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 clause of the loop construct specifies that the for loop has the dynamic scheduling type.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OpenMP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 divides the iterations into chunks of size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Arial Unicode MS" panose="020B0604020202020204" pitchFamily="34" charset="-128"/>
              </a:rPr>
              <a:t>chunk-size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. Each thread executes a chunk of iterations and then requests another chunk until there are no more chunks available.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There is no particular order in which the chunks are distributed to the threads. The order changes each time when we execute the for loop.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If we do not specify 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Arial Unicode MS" panose="020B0604020202020204" pitchFamily="34" charset="-128"/>
              </a:rPr>
              <a:t>chunk-size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111111"/>
                </a:solidFill>
                <a:effectLst/>
                <a:latin typeface="Helvetica" panose="020B0604020202020204" pitchFamily="34" charset="0"/>
              </a:rPr>
              <a:t>, it defaults to one.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81" y="4072257"/>
            <a:ext cx="8136479" cy="195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90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0884"/>
            <a:ext cx="9219862" cy="608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006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599666" cy="659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4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951" y="-92189"/>
            <a:ext cx="7886700" cy="1325563"/>
          </a:xfrm>
        </p:spPr>
        <p:txBody>
          <a:bodyPr/>
          <a:lstStyle/>
          <a:p>
            <a:r>
              <a:rPr lang="en-IN" b="1" dirty="0" smtClean="0"/>
              <a:t>Example</a:t>
            </a:r>
            <a:endParaRPr lang="en-IN" b="1" dirty="0"/>
          </a:p>
        </p:txBody>
      </p:sp>
      <p:sp>
        <p:nvSpPr>
          <p:cNvPr id="4" name="Rectangle 3"/>
          <p:cNvSpPr/>
          <p:nvPr/>
        </p:nvSpPr>
        <p:spPr>
          <a:xfrm>
            <a:off x="148107" y="924281"/>
            <a:ext cx="4572000" cy="56323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stdio.h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&gt;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#include &lt;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omp.h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&gt;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#define SIZE 10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 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int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main (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int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argc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, char *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argv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[]) {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 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float u[SIZE], v[SIZE],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dp,dpp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int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, j,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tid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 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dpp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=0.0;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for(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=0;i&lt;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SIZE;i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++){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    u[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]=1.0*(i+1);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    v[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]=1.0*(i+2);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}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printf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("\n values of u and v:\n");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 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for (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=0;i&lt;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SIZE;i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++){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   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printf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(" u[%d]= %.1f\t v[%d]= %.1f\n",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i,u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[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],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i,v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[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]);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</a:t>
            </a:r>
            <a:r>
              <a:rPr lang="en-IN" dirty="0" smtClean="0">
                <a:latin typeface="Times New Roman" panose="02020603050405020304" pitchFamily="18" charset="0"/>
                <a:ea typeface="Liberation Serif"/>
                <a:cs typeface="Liberation Serif"/>
              </a:rPr>
              <a:t>}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09379" y="1635993"/>
            <a:ext cx="4572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#pragma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omp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parallel shared(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u,v,dp,dpp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) private (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tid,i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)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{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   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tid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=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omp_get_thread_num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();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 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    #pragma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omp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for </a:t>
            </a:r>
            <a:r>
              <a:rPr lang="en-IN" b="1" dirty="0">
                <a:latin typeface="Times New Roman" panose="02020603050405020304" pitchFamily="18" charset="0"/>
                <a:ea typeface="Liberation Serif"/>
                <a:cs typeface="Liberation Serif"/>
              </a:rPr>
              <a:t>schedule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(dynamic,2)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    for(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=0;i&lt;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SIZE;i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++){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       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dpp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+=u[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]*v[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i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];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       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printf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("thread: %d\n",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tid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);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    }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 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       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dp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=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dpp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 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}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 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printf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("\n dot product is %f\n",</a:t>
            </a:r>
            <a:r>
              <a:rPr lang="en-IN" dirty="0" err="1">
                <a:latin typeface="Times New Roman" panose="02020603050405020304" pitchFamily="18" charset="0"/>
                <a:ea typeface="Liberation Serif"/>
                <a:cs typeface="Liberation Serif"/>
              </a:rPr>
              <a:t>dp</a:t>
            </a: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);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 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  <a:p>
            <a:pPr>
              <a:spcAft>
                <a:spcPts val="0"/>
              </a:spcAft>
            </a:pPr>
            <a:r>
              <a:rPr lang="en-IN" dirty="0">
                <a:latin typeface="Times New Roman" panose="02020603050405020304" pitchFamily="18" charset="0"/>
                <a:ea typeface="Liberation Serif"/>
                <a:cs typeface="Liberation Serif"/>
              </a:rPr>
              <a:t> }</a:t>
            </a:r>
            <a:endParaRPr lang="en-IN" dirty="0">
              <a:latin typeface="Liberation Serif"/>
              <a:ea typeface="Liberation Serif"/>
              <a:cs typeface="Liberation Serif"/>
            </a:endParaRPr>
          </a:p>
        </p:txBody>
      </p:sp>
    </p:spTree>
    <p:extLst>
      <p:ext uri="{BB962C8B-B14F-4D97-AF65-F5344CB8AC3E}">
        <p14:creationId xmlns:p14="http://schemas.microsoft.com/office/powerpoint/2010/main" val="137930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1508</TotalTime>
  <Words>41</Words>
  <Application>Microsoft Office PowerPoint</Application>
  <PresentationFormat>On-screen Show (4:3)</PresentationFormat>
  <Paragraphs>44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 Unicode MS</vt:lpstr>
      <vt:lpstr>Arial</vt:lpstr>
      <vt:lpstr>Calibri</vt:lpstr>
      <vt:lpstr>Calibri Light</vt:lpstr>
      <vt:lpstr>Helvetica</vt:lpstr>
      <vt:lpstr>Liberation Serif</vt:lpstr>
      <vt:lpstr>Times New Roman</vt:lpstr>
      <vt:lpstr>Office Theme</vt:lpstr>
      <vt:lpstr>Loop work sharing construct &amp; Scheduling clauses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Scheduling clauses, Data environment clauses</dc:title>
  <dc:creator>Admin</dc:creator>
  <cp:lastModifiedBy>Admin</cp:lastModifiedBy>
  <cp:revision>15</cp:revision>
  <dcterms:created xsi:type="dcterms:W3CDTF">2020-08-18T02:29:09Z</dcterms:created>
  <dcterms:modified xsi:type="dcterms:W3CDTF">2022-01-22T15:00:54Z</dcterms:modified>
</cp:coreProperties>
</file>